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JOSH SECURITY ENGINE: ARCHITECTURE</a:t>
            </a:r>
          </a:p>
          <a:p>
            <a:pPr>
              <a:spcBef>
                <a:spcPts val="600"/>
              </a:spcBef>
              <a:defRPr sz="1600" i="1">
                <a:solidFill>
                  <a:srgbClr val="10B981"/>
                </a:solidFill>
                <a:latin typeface="Arial"/>
              </a:defRPr>
            </a:pPr>
            <a:r>
              <a:t>Conexión Estratégica del Motor Python 3.13 / Flask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Ecosistema Reactivo: Integración entre Flutter UI y backend.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Arquitectura Asíncrona: Procesamiento en segundo plano.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Motor Forense: Análisis determinista en tiempo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MECANISMO DE INGESTIÓN Y SANITIZACIÓN</a:t>
            </a:r>
          </a:p>
          <a:p>
            <a:pPr>
              <a:spcBef>
                <a:spcPts val="600"/>
              </a:spcBef>
              <a:defRPr sz="1600" i="1">
                <a:solidFill>
                  <a:srgbClr val="10B981"/>
                </a:solidFill>
                <a:latin typeface="Arial"/>
              </a:defRPr>
            </a:pPr>
            <a:r>
              <a:t>Protocolo de Entrada y Evaluación de Vectores de Amenaza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Ingestión Multicanal: Recepción de URLs, ejecutables y teléfonos.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Sanitización en Backend: Normalización bajo estándar ITU-T E.164.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Fase de Inspección: Animación sincronizada del escudo 3D.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EVALUACIÓN DE AMENAZAS Y FIRMAS</a:t>
            </a:r>
          </a:p>
          <a:p>
            <a:pPr>
              <a:spcBef>
                <a:spcPts val="600"/>
              </a:spcBef>
              <a:defRPr sz="1600" i="1">
                <a:solidFill>
                  <a:srgbClr val="10B981"/>
                </a:solidFill>
                <a:latin typeface="Arial"/>
              </a:defRPr>
            </a:pPr>
            <a:r>
              <a:t>Integración Heurística con Motores Globales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Análisis Multinivel: Escaneo heurístico de firmas y patrones.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Consultas en Tiempo Real: Conexión con Google Safe Browsing y VT.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Escala Unificada: Puntaje de 0 a 100 y niveles semánticos.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RESPUESTA REACTIVA Y PERSISTENCIA</a:t>
            </a:r>
          </a:p>
          <a:p>
            <a:pPr>
              <a:spcBef>
                <a:spcPts val="600"/>
              </a:spcBef>
              <a:defRPr sz="1600" i="1">
                <a:solidFill>
                  <a:srgbClr val="10B981"/>
                </a:solidFill>
                <a:latin typeface="Arial"/>
              </a:defRPr>
            </a:pPr>
            <a:r>
              <a:t>Mapeo de Canales y Almacenamiento Forense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Mutación Dinámica de UI: Transición cromática según el riesgo.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Retroalimentación Visual: Indicadores Glowing reactivos.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Persistencia: Registro atómico SQLite y exportación en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INFRAESTRUCTURA CLOUD Y ESCALABILIDAD</a:t>
            </a:r>
          </a:p>
          <a:p>
            <a:pPr>
              <a:spcBef>
                <a:spcPts val="600"/>
              </a:spcBef>
              <a:defRPr sz="1600" i="1">
                <a:solidFill>
                  <a:srgbClr val="10B981"/>
                </a:solidFill>
                <a:latin typeface="Arial"/>
              </a:defRPr>
            </a:pPr>
            <a:r>
              <a:t>Hoja de Ruta del Despliegue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Despliegue Cloud: Microservicios alojados en Render.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Interceptación Móvil: Detección preventiva de llamadas spam.</a:t>
            </a:r>
          </a:p>
          <a:p>
            <a:pPr algn="l">
              <a:spcBef>
                <a:spcPts val="20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▪  Auditoría Forense: Reportes PDF estructurados para incidentes.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